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C62AE-2970-4713-AF98-91BCAF6B349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0579B-54FB-4D52-A8D2-83309899B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6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0579B-54FB-4D52-A8D2-83309899B9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1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86A-2179-09A5-A6E2-2E96457A4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9A250-F4C7-DD39-3EDC-35A3DDE0F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93399-B03E-484F-6BD4-2BBA67DE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BC2D6-7B37-5178-E91C-0E8341E4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FE7D-1B80-8B7B-748A-3000CA00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6FA1-E3ED-D538-2AF3-770515A9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EB7FA-676B-817A-FE97-7A0B9165B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AC41-A5AA-6372-8901-54AB3ACC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08BD4-0268-DED1-F2D3-DD832192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9EB7E-EC25-2794-CC6F-1ADB39DE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0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63E5-A6A0-2CE6-DBA6-DFAF6EC7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2642-D6CC-E169-DC99-8F3D17CD4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73E08-124D-6D6A-E326-D87D6975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52B4-9C5B-8934-92DF-A350050E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5384F-1E53-6683-904F-5776CC48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5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5A95-4A12-7346-3F79-00077971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3716-C0B7-5362-6D1C-51929BA2A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534E6-B65C-C26B-1DAF-BF3EB185A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41A50-F756-180F-84F0-906F021B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E1212-ED92-DF57-48E9-57D1E66E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EA706-C6EE-A892-A3BC-98218BD0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3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51FD-6046-9403-253E-0D13F2C6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ACC20-833C-8F23-3533-A24C09AF9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10565-9DF6-2017-649C-7D1DA0B67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B40D5-D9B7-5987-9CAC-345854957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C3C60-22A0-CAFB-DEF4-450024EAE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6668D4-FE0F-A9EE-6941-2EF7A489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1D920-2E0A-5D4E-3CAB-0FF6B79C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EA5DA4-4206-D806-C4FC-0C15F084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2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AE70-F150-AFAE-F4DC-5CEEAE30C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7D46F-B1A6-3AA3-28F6-5ED1536F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19EA-AF8C-6408-D93B-2F9C8B8C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26171-00C4-48D8-EDD5-6DBD88F6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4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9B438-F2C7-954F-7D58-B4B57F58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47D5D-3D25-EBE2-D917-AEDD497E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5511-D7AE-D1DB-BD20-EEF0FEAA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92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FC9F-13D9-76BF-0CB8-B2FB7023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4415-BDC1-E5C9-AB96-AA4871289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F14AC-1297-0372-FFE1-0648ED641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53A9B-4914-216D-EB3E-F3058890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8A704-250E-EC31-611D-26D4F164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57AD0-E3F6-E136-69A3-6B734C24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0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A9BD-39F2-C7D9-4886-EE08FDF00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288CD-2528-8A8A-A834-E6CC76C53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0786F-006A-9355-F3E6-0E4FCCF3D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C574D-9A02-996B-B329-E9BA58FD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4A139-C8D5-1D7D-4D7F-3ABD2DBA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1AD6E-4A31-E599-0063-1B9255E9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2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2D82-A08E-D784-379B-53CC5C3C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6E96B-0210-7900-07A2-AA85CB6A3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54AA-F32D-ECB6-B795-49473AA9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EF767-D66C-6056-A227-867D4507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0F14A-D1DB-C95D-BB3B-3ADCF9B1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35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764F37-5381-354F-50E8-76D530FD5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66C03-12C9-1761-9F0F-496E9E9BF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358EE-D832-42F2-FD3A-9770EDFC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4C5EB-6052-F499-50E0-37885A19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5D746-FEC6-5623-F8A9-DCB61A6C8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2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A64BD7-FE70-49D6-CFDF-0935AAF6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F5F4A-9B53-59FC-EF6E-5E9FBF75F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B5A2B-1473-B252-62E7-51D2DBEDE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C0D47-3003-4665-B544-C17070AB2EB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333D6-0413-8BF1-CBEC-89FD7E650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65FDF-A19A-BB73-FF78-F8EE305BA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53F9B-48F3-47D3-AEA0-8B1960DE9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7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A902525-0745-F80A-E552-02099BDF2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43" y="207836"/>
            <a:ext cx="3349657" cy="157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650849358" title="Inserting image...">
            <a:extLst>
              <a:ext uri="{FF2B5EF4-FFF2-40B4-BE49-F238E27FC236}">
                <a16:creationId xmlns:a16="http://schemas.microsoft.com/office/drawing/2014/main" id="{CFBE95F7-CDAA-A11F-BD02-F2492E118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59152" cy="1874093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A9AC458-A98A-C92A-473C-21B6D4E1E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0DB300B-161C-3F5C-E68C-C19D1C1FF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8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n-US" sz="1100" b="0" i="0" u="none" strike="noStrike" cap="none" normalizeH="0" baseline="0" bmk="_Hlk20763060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</a:t>
            </a:r>
            <a:r>
              <a:rPr kumimoji="0" lang="es-MX" altLang="en-US" sz="1100" b="0" i="0" u="none" strike="noStrike" cap="none" normalizeH="0" baseline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endParaRPr kumimoji="0" lang="es-MX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C546817-EFD8-9CEE-A7CE-B924AE814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184" y="1353013"/>
            <a:ext cx="696163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n-US" sz="2200" b="1" i="0" u="none" strike="noStrike" cap="none" normalizeH="0" baseline="0" dirty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“UAEM”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bmk="_Hlk207630603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n-US" sz="2200" b="1" i="0" u="none" strike="noStrike" cap="none" normalizeH="0" baseline="0" dirty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Universidad Autónoma del Estado de México</a:t>
            </a:r>
            <a:endParaRPr kumimoji="0" lang="en-US" altLang="en-US" sz="800" b="0" i="0" u="none" strike="noStrike" cap="none" normalizeH="0" baseline="0" dirty="0" bmk="_Hlk207630603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n-US" b="1" dirty="0" bmk="_Hlk207630603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Avance de proyecto</a:t>
            </a:r>
            <a:endParaRPr kumimoji="0" lang="en-US" altLang="en-US" sz="800" b="0" i="0" u="none" strike="noStrike" cap="none" normalizeH="0" baseline="0" dirty="0" bmk="_Hlk207630603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n-US" sz="1800" b="0" i="0" u="none" strike="noStrike" cap="none" normalizeH="0" baseline="0" dirty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Semestre: 7 Grupo: OA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bmk="_Hlk207630603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n-US" sz="1800" b="0" i="0" u="none" strike="noStrike" cap="none" normalizeH="0" baseline="0" dirty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Turno: Matutino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bmk="_Hlk207630603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n-US" sz="1800" b="0" i="0" u="none" strike="noStrike" cap="none" normalizeH="0" baseline="0" dirty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Alumnos:</a:t>
            </a:r>
            <a:endParaRPr kumimoji="0" lang="en-US" altLang="en-US" sz="800" b="0" i="0" u="none" strike="noStrike" cap="none" normalizeH="0" baseline="0" dirty="0" bmk="_Hlk207630603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Mendoza Herculano Luis Fernando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 Silva Ocampo Ángel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Gutiérrez Bolaños Pedro Enrique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Martínez López Alejandro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Lázaro García Guadalupe Yaneth </a:t>
            </a:r>
            <a:endParaRPr kumimoji="0" lang="en-US" altLang="en-US" sz="800" b="0" i="0" u="none" strike="noStrike" cap="none" normalizeH="0" baseline="0" dirty="0" bmk="_Hlk207630603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FABDE-59B5-D7DC-EF02-89B0CDB730AA}"/>
              </a:ext>
            </a:extLst>
          </p:cNvPr>
          <p:cNvSpPr txBox="1"/>
          <p:nvPr/>
        </p:nvSpPr>
        <p:spPr>
          <a:xfrm>
            <a:off x="8503920" y="6401490"/>
            <a:ext cx="368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n-US" sz="1800" b="0" i="0" u="none" strike="noStrike" cap="none" normalizeH="0" baseline="0" dirty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Valle de Chalco, </a:t>
            </a:r>
            <a:r>
              <a:rPr lang="es-MX" altLang="en-US" dirty="0" bmk="_Hlk207630603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Noviembre</a:t>
            </a:r>
            <a:r>
              <a:rPr kumimoji="0" lang="es-MX" altLang="en-US" sz="1800" b="0" i="0" u="none" strike="noStrike" cap="none" normalizeH="0" baseline="0" dirty="0" bmk="_Hlk207630603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  <a:endParaRPr kumimoji="0" lang="es-MX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46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Que experiencias han tenido usando las máquinas de autocobro en México? :  r/mexico">
            <a:extLst>
              <a:ext uri="{FF2B5EF4-FFF2-40B4-BE49-F238E27FC236}">
                <a16:creationId xmlns:a16="http://schemas.microsoft.com/office/drawing/2014/main" id="{5402BEF4-8CB1-E426-0FC4-F727E08D4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1530"/>
          <a:stretch>
            <a:fillRect/>
          </a:stretch>
        </p:blipFill>
        <p:spPr bwMode="auto"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DA2B09-133A-F383-9D64-485EDF0E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Referencias</a:t>
            </a:r>
          </a:p>
        </p:txBody>
      </p:sp>
      <p:pic>
        <p:nvPicPr>
          <p:cNvPr id="2050" name="Picture 2" descr="Así funcionan las cajas de autocobro en Walmart. – El blog de Cesar Acosta  Nativitas">
            <a:extLst>
              <a:ext uri="{FF2B5EF4-FFF2-40B4-BE49-F238E27FC236}">
                <a16:creationId xmlns:a16="http://schemas.microsoft.com/office/drawing/2014/main" id="{EDC25604-5F00-30A8-5139-00024CDD4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1" r="3149" b="-1"/>
          <a:stretch>
            <a:fillRect/>
          </a:stretch>
        </p:blipFill>
        <p:spPr bwMode="auto"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12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37CC7-6256-4709-71D3-46C0E782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Pantalla de inicio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A3AAF-01FF-937C-461E-4EE59AF56E62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En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pantalla</a:t>
            </a:r>
            <a:r>
              <a:rPr lang="en-US" sz="1400" dirty="0"/>
              <a:t> </a:t>
            </a:r>
            <a:r>
              <a:rPr lang="en-US" sz="1400" dirty="0" err="1"/>
              <a:t>nos</a:t>
            </a:r>
            <a:r>
              <a:rPr lang="en-US" sz="1400" dirty="0"/>
              <a:t> </a:t>
            </a:r>
            <a:r>
              <a:rPr lang="en-US" sz="1400" dirty="0" err="1"/>
              <a:t>deja</a:t>
            </a:r>
            <a:r>
              <a:rPr lang="en-US" sz="1400" dirty="0"/>
              <a:t> </a:t>
            </a:r>
            <a:r>
              <a:rPr lang="en-US" sz="1400" dirty="0" err="1"/>
              <a:t>elegir</a:t>
            </a:r>
            <a:r>
              <a:rPr lang="en-US" sz="1400" dirty="0"/>
              <a:t> entre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tipo</a:t>
            </a:r>
            <a:r>
              <a:rPr lang="en-US" sz="1400" dirty="0"/>
              <a:t> de servicio </a:t>
            </a:r>
            <a:r>
              <a:rPr lang="en-US" sz="1400" dirty="0" err="1"/>
              <a:t>desea</a:t>
            </a:r>
            <a:r>
              <a:rPr lang="en-US" sz="1400" dirty="0"/>
              <a:t> </a:t>
            </a:r>
            <a:r>
              <a:rPr lang="en-US" sz="1400" dirty="0" err="1"/>
              <a:t>pagar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usuario</a:t>
            </a:r>
            <a:r>
              <a:rPr lang="en-US" sz="1400" dirty="0"/>
              <a:t>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Al </a:t>
            </a:r>
            <a:r>
              <a:rPr lang="en-US" sz="1400" dirty="0" err="1"/>
              <a:t>dar</a:t>
            </a:r>
            <a:r>
              <a:rPr lang="en-US" sz="1400" dirty="0"/>
              <a:t> click </a:t>
            </a:r>
            <a:r>
              <a:rPr lang="en-US" sz="1400" dirty="0" err="1"/>
              <a:t>en</a:t>
            </a:r>
            <a:r>
              <a:rPr lang="en-US" sz="1400" dirty="0"/>
              <a:t> la </a:t>
            </a:r>
            <a:r>
              <a:rPr lang="en-US" sz="1400" dirty="0" err="1"/>
              <a:t>opción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desee</a:t>
            </a:r>
            <a:r>
              <a:rPr lang="en-US" sz="1400" dirty="0"/>
              <a:t> </a:t>
            </a:r>
            <a:r>
              <a:rPr lang="en-US" sz="1400" dirty="0" err="1"/>
              <a:t>pagar</a:t>
            </a:r>
            <a:r>
              <a:rPr lang="en-US" sz="1400" dirty="0"/>
              <a:t> </a:t>
            </a:r>
            <a:r>
              <a:rPr lang="en-US" sz="1400" dirty="0" err="1"/>
              <a:t>nos</a:t>
            </a:r>
            <a:r>
              <a:rPr lang="en-US" sz="1400" dirty="0"/>
              <a:t> </a:t>
            </a:r>
            <a:r>
              <a:rPr lang="en-US" sz="1400" dirty="0" err="1"/>
              <a:t>redirigiría</a:t>
            </a:r>
            <a:r>
              <a:rPr lang="en-US" sz="1400" dirty="0"/>
              <a:t> a </a:t>
            </a:r>
            <a:r>
              <a:rPr lang="en-US" sz="1400" dirty="0" err="1"/>
              <a:t>otra</a:t>
            </a:r>
            <a:r>
              <a:rPr lang="en-US" sz="1400" dirty="0"/>
              <a:t> </a:t>
            </a:r>
            <a:r>
              <a:rPr lang="en-US" sz="1400" dirty="0" err="1"/>
              <a:t>pestaña</a:t>
            </a:r>
            <a:r>
              <a:rPr lang="en-US" sz="14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Aparte</a:t>
            </a:r>
            <a:r>
              <a:rPr lang="en-US" sz="1400" dirty="0"/>
              <a:t> de </a:t>
            </a:r>
            <a:r>
              <a:rPr lang="en-US" sz="1400" dirty="0" err="1"/>
              <a:t>tener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cuarta</a:t>
            </a:r>
            <a:r>
              <a:rPr lang="en-US" sz="1400" dirty="0"/>
              <a:t> </a:t>
            </a:r>
            <a:r>
              <a:rPr lang="en-US" sz="1400" dirty="0" err="1"/>
              <a:t>opción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cierra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programa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FA3EB-E656-A347-3D9C-81323A90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205" y="841248"/>
            <a:ext cx="6785966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9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A5BF1-B11B-7A0E-9C5C-67D3373B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Proceso de pago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A945C-3282-A357-9AAF-7E42E96FFA9C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En esta segunda pestaña podemos visualizar una opción para escribir el id del servicio y luego previamente buscar la factura.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En este caso la base de datos tiene como id: AG00001 al ingresarlo busca lo siguiente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890BC-5B3A-8E00-91F3-52CA5DB69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885" y="841248"/>
            <a:ext cx="6742605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8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FDF38-B80B-E563-D054-D13456CA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Busqueda de servicio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1100F-A0C5-4C5B-26F4-8802C48E4E1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Después de ingresar el id y buscarlo nos arroja los siguientes datos mostrados en la ilustración aparte del monto y una nueva opción para poder pagar el servicio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6C3A3-EA3B-7451-5D8C-BEEB9D445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36549"/>
            <a:ext cx="6903720" cy="538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52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B5A66-78E2-7167-755B-E198A81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693637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Pago exitoso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FFDD8-CAAD-C41A-BF1F-6478C60DB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00315"/>
            <a:ext cx="6780700" cy="5255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16E5A8-16AD-F0E7-C1BA-60C160BAA61B}"/>
              </a:ext>
            </a:extLst>
          </p:cNvPr>
          <p:cNvSpPr txBox="1"/>
          <p:nvPr/>
        </p:nvSpPr>
        <p:spPr>
          <a:xfrm>
            <a:off x="1072134" y="2689171"/>
            <a:ext cx="2628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chemeClr val="bg1"/>
                </a:solidFill>
              </a:rPr>
              <a:t>En este caso cambia la opción de pagar por volver al inicio, y la otra de regresar  aunque en teoría hacen lo mismo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08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D0AF04-8B6F-97F6-D3B3-7AC69A39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486922"/>
            <a:ext cx="4777381" cy="371441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363606-FD3F-6646-68A3-096D0D794B2A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 se </a:t>
            </a:r>
            <a:r>
              <a:rPr lang="en-US" dirty="0" err="1"/>
              <a:t>deseara</a:t>
            </a:r>
            <a:r>
              <a:rPr lang="en-US" dirty="0"/>
              <a:t> </a:t>
            </a:r>
            <a:r>
              <a:rPr lang="en-US" dirty="0" err="1"/>
              <a:t>pagar</a:t>
            </a:r>
            <a:r>
              <a:rPr lang="en-US" dirty="0"/>
              <a:t>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servicio se le </a:t>
            </a:r>
            <a:r>
              <a:rPr lang="en-US" dirty="0" err="1"/>
              <a:t>informaría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fue</a:t>
            </a:r>
            <a:r>
              <a:rPr lang="en-US" dirty="0"/>
              <a:t> </a:t>
            </a:r>
            <a:r>
              <a:rPr lang="en-US" dirty="0" err="1"/>
              <a:t>pagado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servicio y también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fecha</a:t>
            </a:r>
            <a:r>
              <a:rPr lang="en-US" dirty="0"/>
              <a:t> se </a:t>
            </a:r>
            <a:r>
              <a:rPr lang="en-US" dirty="0" err="1"/>
              <a:t>realizo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pago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Esto se </a:t>
            </a:r>
            <a:r>
              <a:rPr lang="en-US" dirty="0" err="1"/>
              <a:t>hace</a:t>
            </a:r>
            <a:r>
              <a:rPr lang="en-US" dirty="0"/>
              <a:t> para </a:t>
            </a:r>
            <a:r>
              <a:rPr lang="en-US" dirty="0" err="1"/>
              <a:t>quela</a:t>
            </a:r>
            <a:r>
              <a:rPr lang="en-US" dirty="0"/>
              <a:t> </a:t>
            </a:r>
            <a:r>
              <a:rPr lang="en-US" dirty="0" err="1"/>
              <a:t>gente</a:t>
            </a:r>
            <a:r>
              <a:rPr lang="en-US" dirty="0"/>
              <a:t> no page doble </a:t>
            </a:r>
            <a:r>
              <a:rPr lang="en-US" dirty="0" err="1"/>
              <a:t>vez</a:t>
            </a:r>
            <a:r>
              <a:rPr lang="en-US" dirty="0"/>
              <a:t> sus </a:t>
            </a:r>
            <a:r>
              <a:rPr lang="en-US" dirty="0" err="1"/>
              <a:t>servicios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2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38 mil resultados de imágenes, fotos de stock e ilustraciones libres de  regalías para With the thumb and little finger | Shutterstock">
            <a:extLst>
              <a:ext uri="{FF2B5EF4-FFF2-40B4-BE49-F238E27FC236}">
                <a16:creationId xmlns:a16="http://schemas.microsoft.com/office/drawing/2014/main" id="{529A8EFA-DCB1-437B-BDA7-C3D5F985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" b="6876"/>
          <a:stretch>
            <a:fillRect/>
          </a:stretch>
        </p:blipFill>
        <p:spPr bwMode="auto"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2F56BE-6512-5EE9-284F-67FE930CB2ED}"/>
              </a:ext>
            </a:extLst>
          </p:cNvPr>
          <p:cNvSpPr txBox="1"/>
          <p:nvPr/>
        </p:nvSpPr>
        <p:spPr>
          <a:xfrm>
            <a:off x="971550" y="2743200"/>
            <a:ext cx="4171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Gracias por su </a:t>
            </a:r>
          </a:p>
          <a:p>
            <a:r>
              <a:rPr lang="es-419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atención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40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241</Words>
  <Application>Microsoft Office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Referencias</vt:lpstr>
      <vt:lpstr>Pantalla de inicio</vt:lpstr>
      <vt:lpstr>Proceso de pago</vt:lpstr>
      <vt:lpstr>Busqueda de servicio</vt:lpstr>
      <vt:lpstr>Pago exitoso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FERNANDO MENDOZA HERCULANO</dc:creator>
  <cp:lastModifiedBy>LUIS FERNANDO MENDOZA HERCULANO</cp:lastModifiedBy>
  <cp:revision>1</cp:revision>
  <dcterms:created xsi:type="dcterms:W3CDTF">2025-11-04T04:22:09Z</dcterms:created>
  <dcterms:modified xsi:type="dcterms:W3CDTF">2025-11-04T05:15:10Z</dcterms:modified>
</cp:coreProperties>
</file>